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ho\Downloads\England%20NNI%20-%20Clark%20-%202015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Price Index (Cost of Living, Clark)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Annual!$A$294:$A$663</c:f>
              <c:numCache>
                <c:formatCode>General</c:formatCode>
                <c:ptCount val="370"/>
                <c:pt idx="0">
                  <c:v>1500</c:v>
                </c:pt>
                <c:pt idx="1">
                  <c:v>1501</c:v>
                </c:pt>
                <c:pt idx="2">
                  <c:v>1502</c:v>
                </c:pt>
                <c:pt idx="3">
                  <c:v>1503</c:v>
                </c:pt>
                <c:pt idx="4">
                  <c:v>1504</c:v>
                </c:pt>
                <c:pt idx="5">
                  <c:v>1505</c:v>
                </c:pt>
                <c:pt idx="6">
                  <c:v>1506</c:v>
                </c:pt>
                <c:pt idx="7">
                  <c:v>1507</c:v>
                </c:pt>
                <c:pt idx="8">
                  <c:v>1508</c:v>
                </c:pt>
                <c:pt idx="9">
                  <c:v>1509</c:v>
                </c:pt>
                <c:pt idx="10">
                  <c:v>1510</c:v>
                </c:pt>
                <c:pt idx="11">
                  <c:v>1511</c:v>
                </c:pt>
                <c:pt idx="12">
                  <c:v>1512</c:v>
                </c:pt>
                <c:pt idx="13">
                  <c:v>1513</c:v>
                </c:pt>
                <c:pt idx="14">
                  <c:v>1514</c:v>
                </c:pt>
                <c:pt idx="15">
                  <c:v>1515</c:v>
                </c:pt>
                <c:pt idx="16">
                  <c:v>1516</c:v>
                </c:pt>
                <c:pt idx="17">
                  <c:v>1517</c:v>
                </c:pt>
                <c:pt idx="18">
                  <c:v>1518</c:v>
                </c:pt>
                <c:pt idx="19">
                  <c:v>1519</c:v>
                </c:pt>
                <c:pt idx="20">
                  <c:v>1520</c:v>
                </c:pt>
                <c:pt idx="21">
                  <c:v>1521</c:v>
                </c:pt>
                <c:pt idx="22">
                  <c:v>1522</c:v>
                </c:pt>
                <c:pt idx="23">
                  <c:v>1523</c:v>
                </c:pt>
                <c:pt idx="24">
                  <c:v>1524</c:v>
                </c:pt>
                <c:pt idx="25">
                  <c:v>1525</c:v>
                </c:pt>
                <c:pt idx="26">
                  <c:v>1526</c:v>
                </c:pt>
                <c:pt idx="27">
                  <c:v>1527</c:v>
                </c:pt>
                <c:pt idx="28">
                  <c:v>1528</c:v>
                </c:pt>
                <c:pt idx="29">
                  <c:v>1529</c:v>
                </c:pt>
                <c:pt idx="30">
                  <c:v>1530</c:v>
                </c:pt>
                <c:pt idx="31">
                  <c:v>1531</c:v>
                </c:pt>
                <c:pt idx="32">
                  <c:v>1532</c:v>
                </c:pt>
                <c:pt idx="33">
                  <c:v>1533</c:v>
                </c:pt>
                <c:pt idx="34">
                  <c:v>1534</c:v>
                </c:pt>
                <c:pt idx="35">
                  <c:v>1535</c:v>
                </c:pt>
                <c:pt idx="36">
                  <c:v>1536</c:v>
                </c:pt>
                <c:pt idx="37">
                  <c:v>1537</c:v>
                </c:pt>
                <c:pt idx="38">
                  <c:v>1538</c:v>
                </c:pt>
                <c:pt idx="39">
                  <c:v>1539</c:v>
                </c:pt>
                <c:pt idx="40">
                  <c:v>1540</c:v>
                </c:pt>
                <c:pt idx="41">
                  <c:v>1541</c:v>
                </c:pt>
                <c:pt idx="42">
                  <c:v>1542</c:v>
                </c:pt>
                <c:pt idx="43">
                  <c:v>1543</c:v>
                </c:pt>
                <c:pt idx="44">
                  <c:v>1544</c:v>
                </c:pt>
                <c:pt idx="45">
                  <c:v>1545</c:v>
                </c:pt>
                <c:pt idx="46">
                  <c:v>1546</c:v>
                </c:pt>
                <c:pt idx="47">
                  <c:v>1547</c:v>
                </c:pt>
                <c:pt idx="48">
                  <c:v>1548</c:v>
                </c:pt>
                <c:pt idx="49">
                  <c:v>1549</c:v>
                </c:pt>
                <c:pt idx="50">
                  <c:v>1550</c:v>
                </c:pt>
                <c:pt idx="51">
                  <c:v>1551</c:v>
                </c:pt>
                <c:pt idx="52">
                  <c:v>1552</c:v>
                </c:pt>
                <c:pt idx="53">
                  <c:v>1553</c:v>
                </c:pt>
                <c:pt idx="54">
                  <c:v>1554</c:v>
                </c:pt>
                <c:pt idx="55">
                  <c:v>1555</c:v>
                </c:pt>
                <c:pt idx="56">
                  <c:v>1556</c:v>
                </c:pt>
                <c:pt idx="57">
                  <c:v>1557</c:v>
                </c:pt>
                <c:pt idx="58">
                  <c:v>1558</c:v>
                </c:pt>
                <c:pt idx="59">
                  <c:v>1559</c:v>
                </c:pt>
                <c:pt idx="60">
                  <c:v>1560</c:v>
                </c:pt>
                <c:pt idx="61">
                  <c:v>1561</c:v>
                </c:pt>
                <c:pt idx="62">
                  <c:v>1562</c:v>
                </c:pt>
                <c:pt idx="63">
                  <c:v>1563</c:v>
                </c:pt>
                <c:pt idx="64">
                  <c:v>1564</c:v>
                </c:pt>
                <c:pt idx="65">
                  <c:v>1565</c:v>
                </c:pt>
                <c:pt idx="66">
                  <c:v>1566</c:v>
                </c:pt>
                <c:pt idx="67">
                  <c:v>1567</c:v>
                </c:pt>
                <c:pt idx="68">
                  <c:v>1568</c:v>
                </c:pt>
                <c:pt idx="69">
                  <c:v>1569</c:v>
                </c:pt>
                <c:pt idx="70">
                  <c:v>1570</c:v>
                </c:pt>
                <c:pt idx="71">
                  <c:v>1571</c:v>
                </c:pt>
                <c:pt idx="72">
                  <c:v>1572</c:v>
                </c:pt>
                <c:pt idx="73">
                  <c:v>1573</c:v>
                </c:pt>
                <c:pt idx="74">
                  <c:v>1574</c:v>
                </c:pt>
                <c:pt idx="75">
                  <c:v>1575</c:v>
                </c:pt>
                <c:pt idx="76">
                  <c:v>1576</c:v>
                </c:pt>
                <c:pt idx="77">
                  <c:v>1577</c:v>
                </c:pt>
                <c:pt idx="78">
                  <c:v>1578</c:v>
                </c:pt>
                <c:pt idx="79">
                  <c:v>1579</c:v>
                </c:pt>
                <c:pt idx="80">
                  <c:v>1580</c:v>
                </c:pt>
                <c:pt idx="81">
                  <c:v>1581</c:v>
                </c:pt>
                <c:pt idx="82">
                  <c:v>1582</c:v>
                </c:pt>
                <c:pt idx="83">
                  <c:v>1583</c:v>
                </c:pt>
                <c:pt idx="84">
                  <c:v>1584</c:v>
                </c:pt>
                <c:pt idx="85">
                  <c:v>1585</c:v>
                </c:pt>
                <c:pt idx="86">
                  <c:v>1586</c:v>
                </c:pt>
                <c:pt idx="87">
                  <c:v>1587</c:v>
                </c:pt>
                <c:pt idx="88">
                  <c:v>1588</c:v>
                </c:pt>
                <c:pt idx="89">
                  <c:v>1589</c:v>
                </c:pt>
                <c:pt idx="90">
                  <c:v>1590</c:v>
                </c:pt>
                <c:pt idx="91">
                  <c:v>1591</c:v>
                </c:pt>
                <c:pt idx="92">
                  <c:v>1592</c:v>
                </c:pt>
                <c:pt idx="93">
                  <c:v>1593</c:v>
                </c:pt>
                <c:pt idx="94">
                  <c:v>1594</c:v>
                </c:pt>
                <c:pt idx="95">
                  <c:v>1595</c:v>
                </c:pt>
                <c:pt idx="96">
                  <c:v>1596</c:v>
                </c:pt>
                <c:pt idx="97">
                  <c:v>1597</c:v>
                </c:pt>
                <c:pt idx="98">
                  <c:v>1598</c:v>
                </c:pt>
                <c:pt idx="99">
                  <c:v>1599</c:v>
                </c:pt>
                <c:pt idx="100">
                  <c:v>1600</c:v>
                </c:pt>
                <c:pt idx="101">
                  <c:v>1601</c:v>
                </c:pt>
                <c:pt idx="102">
                  <c:v>1602</c:v>
                </c:pt>
                <c:pt idx="103">
                  <c:v>1603</c:v>
                </c:pt>
                <c:pt idx="104">
                  <c:v>1604</c:v>
                </c:pt>
                <c:pt idx="105">
                  <c:v>1605</c:v>
                </c:pt>
                <c:pt idx="106">
                  <c:v>1606</c:v>
                </c:pt>
                <c:pt idx="107">
                  <c:v>1607</c:v>
                </c:pt>
                <c:pt idx="108">
                  <c:v>1608</c:v>
                </c:pt>
                <c:pt idx="109">
                  <c:v>1609</c:v>
                </c:pt>
                <c:pt idx="110">
                  <c:v>1610</c:v>
                </c:pt>
                <c:pt idx="111">
                  <c:v>1611</c:v>
                </c:pt>
                <c:pt idx="112">
                  <c:v>1612</c:v>
                </c:pt>
                <c:pt idx="113">
                  <c:v>1613</c:v>
                </c:pt>
                <c:pt idx="114">
                  <c:v>1614</c:v>
                </c:pt>
                <c:pt idx="115">
                  <c:v>1615</c:v>
                </c:pt>
                <c:pt idx="116">
                  <c:v>1616</c:v>
                </c:pt>
                <c:pt idx="117">
                  <c:v>1617</c:v>
                </c:pt>
                <c:pt idx="118">
                  <c:v>1618</c:v>
                </c:pt>
                <c:pt idx="119">
                  <c:v>1619</c:v>
                </c:pt>
                <c:pt idx="120">
                  <c:v>1620</c:v>
                </c:pt>
                <c:pt idx="121">
                  <c:v>1621</c:v>
                </c:pt>
                <c:pt idx="122">
                  <c:v>1622</c:v>
                </c:pt>
                <c:pt idx="123">
                  <c:v>1623</c:v>
                </c:pt>
                <c:pt idx="124">
                  <c:v>1624</c:v>
                </c:pt>
                <c:pt idx="125">
                  <c:v>1625</c:v>
                </c:pt>
                <c:pt idx="126">
                  <c:v>1626</c:v>
                </c:pt>
                <c:pt idx="127">
                  <c:v>1627</c:v>
                </c:pt>
                <c:pt idx="128">
                  <c:v>1628</c:v>
                </c:pt>
                <c:pt idx="129">
                  <c:v>1629</c:v>
                </c:pt>
                <c:pt idx="130">
                  <c:v>1630</c:v>
                </c:pt>
                <c:pt idx="131">
                  <c:v>1631</c:v>
                </c:pt>
                <c:pt idx="132">
                  <c:v>1632</c:v>
                </c:pt>
                <c:pt idx="133">
                  <c:v>1633</c:v>
                </c:pt>
                <c:pt idx="134">
                  <c:v>1634</c:v>
                </c:pt>
                <c:pt idx="135">
                  <c:v>1635</c:v>
                </c:pt>
                <c:pt idx="136">
                  <c:v>1636</c:v>
                </c:pt>
                <c:pt idx="137">
                  <c:v>1637</c:v>
                </c:pt>
                <c:pt idx="138">
                  <c:v>1638</c:v>
                </c:pt>
                <c:pt idx="139">
                  <c:v>1639</c:v>
                </c:pt>
                <c:pt idx="140">
                  <c:v>1640</c:v>
                </c:pt>
                <c:pt idx="141">
                  <c:v>1641</c:v>
                </c:pt>
                <c:pt idx="142">
                  <c:v>1642</c:v>
                </c:pt>
                <c:pt idx="143">
                  <c:v>1643</c:v>
                </c:pt>
                <c:pt idx="144">
                  <c:v>1644</c:v>
                </c:pt>
                <c:pt idx="145">
                  <c:v>1645</c:v>
                </c:pt>
                <c:pt idx="146">
                  <c:v>1646</c:v>
                </c:pt>
                <c:pt idx="147">
                  <c:v>1647</c:v>
                </c:pt>
                <c:pt idx="148">
                  <c:v>1648</c:v>
                </c:pt>
                <c:pt idx="149">
                  <c:v>1649</c:v>
                </c:pt>
                <c:pt idx="150">
                  <c:v>1650</c:v>
                </c:pt>
                <c:pt idx="151">
                  <c:v>1651</c:v>
                </c:pt>
                <c:pt idx="152">
                  <c:v>1652</c:v>
                </c:pt>
                <c:pt idx="153">
                  <c:v>1653</c:v>
                </c:pt>
                <c:pt idx="154">
                  <c:v>1654</c:v>
                </c:pt>
                <c:pt idx="155">
                  <c:v>1655</c:v>
                </c:pt>
                <c:pt idx="156">
                  <c:v>1656</c:v>
                </c:pt>
                <c:pt idx="157">
                  <c:v>1657</c:v>
                </c:pt>
                <c:pt idx="158">
                  <c:v>1658</c:v>
                </c:pt>
                <c:pt idx="159">
                  <c:v>1659</c:v>
                </c:pt>
                <c:pt idx="160">
                  <c:v>1660</c:v>
                </c:pt>
                <c:pt idx="161">
                  <c:v>1661</c:v>
                </c:pt>
                <c:pt idx="162">
                  <c:v>1662</c:v>
                </c:pt>
                <c:pt idx="163">
                  <c:v>1663</c:v>
                </c:pt>
                <c:pt idx="164">
                  <c:v>1664</c:v>
                </c:pt>
                <c:pt idx="165">
                  <c:v>1665</c:v>
                </c:pt>
                <c:pt idx="166">
                  <c:v>1666</c:v>
                </c:pt>
                <c:pt idx="167">
                  <c:v>1667</c:v>
                </c:pt>
                <c:pt idx="168">
                  <c:v>1668</c:v>
                </c:pt>
                <c:pt idx="169">
                  <c:v>1669</c:v>
                </c:pt>
                <c:pt idx="170">
                  <c:v>1670</c:v>
                </c:pt>
                <c:pt idx="171">
                  <c:v>1671</c:v>
                </c:pt>
                <c:pt idx="172">
                  <c:v>1672</c:v>
                </c:pt>
                <c:pt idx="173">
                  <c:v>1673</c:v>
                </c:pt>
                <c:pt idx="174">
                  <c:v>1674</c:v>
                </c:pt>
                <c:pt idx="175">
                  <c:v>1675</c:v>
                </c:pt>
                <c:pt idx="176">
                  <c:v>1676</c:v>
                </c:pt>
                <c:pt idx="177">
                  <c:v>1677</c:v>
                </c:pt>
                <c:pt idx="178">
                  <c:v>1678</c:v>
                </c:pt>
                <c:pt idx="179">
                  <c:v>1679</c:v>
                </c:pt>
                <c:pt idx="180">
                  <c:v>1680</c:v>
                </c:pt>
                <c:pt idx="181">
                  <c:v>1681</c:v>
                </c:pt>
                <c:pt idx="182">
                  <c:v>1682</c:v>
                </c:pt>
                <c:pt idx="183">
                  <c:v>1683</c:v>
                </c:pt>
                <c:pt idx="184">
                  <c:v>1684</c:v>
                </c:pt>
                <c:pt idx="185">
                  <c:v>1685</c:v>
                </c:pt>
                <c:pt idx="186">
                  <c:v>1686</c:v>
                </c:pt>
                <c:pt idx="187">
                  <c:v>1687</c:v>
                </c:pt>
                <c:pt idx="188">
                  <c:v>1688</c:v>
                </c:pt>
                <c:pt idx="189">
                  <c:v>1689</c:v>
                </c:pt>
                <c:pt idx="190">
                  <c:v>1690</c:v>
                </c:pt>
                <c:pt idx="191">
                  <c:v>1691</c:v>
                </c:pt>
                <c:pt idx="192">
                  <c:v>1692</c:v>
                </c:pt>
                <c:pt idx="193">
                  <c:v>1693</c:v>
                </c:pt>
                <c:pt idx="194">
                  <c:v>1694</c:v>
                </c:pt>
                <c:pt idx="195">
                  <c:v>1695</c:v>
                </c:pt>
                <c:pt idx="196">
                  <c:v>1696</c:v>
                </c:pt>
                <c:pt idx="197">
                  <c:v>1697</c:v>
                </c:pt>
                <c:pt idx="198">
                  <c:v>1698</c:v>
                </c:pt>
                <c:pt idx="199">
                  <c:v>1699</c:v>
                </c:pt>
                <c:pt idx="200">
                  <c:v>1700</c:v>
                </c:pt>
                <c:pt idx="201">
                  <c:v>1701</c:v>
                </c:pt>
                <c:pt idx="202">
                  <c:v>1702</c:v>
                </c:pt>
                <c:pt idx="203">
                  <c:v>1703</c:v>
                </c:pt>
                <c:pt idx="204">
                  <c:v>1704</c:v>
                </c:pt>
                <c:pt idx="205">
                  <c:v>1705</c:v>
                </c:pt>
                <c:pt idx="206">
                  <c:v>1706</c:v>
                </c:pt>
                <c:pt idx="207">
                  <c:v>1707</c:v>
                </c:pt>
                <c:pt idx="208">
                  <c:v>1708</c:v>
                </c:pt>
                <c:pt idx="209">
                  <c:v>1709</c:v>
                </c:pt>
                <c:pt idx="210">
                  <c:v>1710</c:v>
                </c:pt>
                <c:pt idx="211">
                  <c:v>1711</c:v>
                </c:pt>
                <c:pt idx="212">
                  <c:v>1712</c:v>
                </c:pt>
                <c:pt idx="213">
                  <c:v>1713</c:v>
                </c:pt>
                <c:pt idx="214">
                  <c:v>1714</c:v>
                </c:pt>
                <c:pt idx="215">
                  <c:v>1715</c:v>
                </c:pt>
                <c:pt idx="216">
                  <c:v>1716</c:v>
                </c:pt>
                <c:pt idx="217">
                  <c:v>1717</c:v>
                </c:pt>
                <c:pt idx="218">
                  <c:v>1718</c:v>
                </c:pt>
                <c:pt idx="219">
                  <c:v>1719</c:v>
                </c:pt>
                <c:pt idx="220">
                  <c:v>1720</c:v>
                </c:pt>
                <c:pt idx="221">
                  <c:v>1721</c:v>
                </c:pt>
                <c:pt idx="222">
                  <c:v>1722</c:v>
                </c:pt>
                <c:pt idx="223">
                  <c:v>1723</c:v>
                </c:pt>
                <c:pt idx="224">
                  <c:v>1724</c:v>
                </c:pt>
                <c:pt idx="225">
                  <c:v>1725</c:v>
                </c:pt>
                <c:pt idx="226">
                  <c:v>1726</c:v>
                </c:pt>
                <c:pt idx="227">
                  <c:v>1727</c:v>
                </c:pt>
                <c:pt idx="228">
                  <c:v>1728</c:v>
                </c:pt>
                <c:pt idx="229">
                  <c:v>1729</c:v>
                </c:pt>
                <c:pt idx="230">
                  <c:v>1730</c:v>
                </c:pt>
                <c:pt idx="231">
                  <c:v>1731</c:v>
                </c:pt>
                <c:pt idx="232">
                  <c:v>1732</c:v>
                </c:pt>
                <c:pt idx="233">
                  <c:v>1733</c:v>
                </c:pt>
                <c:pt idx="234">
                  <c:v>1734</c:v>
                </c:pt>
                <c:pt idx="235">
                  <c:v>1735</c:v>
                </c:pt>
                <c:pt idx="236">
                  <c:v>1736</c:v>
                </c:pt>
                <c:pt idx="237">
                  <c:v>1737</c:v>
                </c:pt>
                <c:pt idx="238">
                  <c:v>1738</c:v>
                </c:pt>
                <c:pt idx="239">
                  <c:v>1739</c:v>
                </c:pt>
                <c:pt idx="240">
                  <c:v>1740</c:v>
                </c:pt>
                <c:pt idx="241">
                  <c:v>1741</c:v>
                </c:pt>
                <c:pt idx="242">
                  <c:v>1742</c:v>
                </c:pt>
                <c:pt idx="243">
                  <c:v>1743</c:v>
                </c:pt>
                <c:pt idx="244">
                  <c:v>1744</c:v>
                </c:pt>
                <c:pt idx="245">
                  <c:v>1745</c:v>
                </c:pt>
                <c:pt idx="246">
                  <c:v>1746</c:v>
                </c:pt>
                <c:pt idx="247">
                  <c:v>1747</c:v>
                </c:pt>
                <c:pt idx="248">
                  <c:v>1748</c:v>
                </c:pt>
                <c:pt idx="249">
                  <c:v>1749</c:v>
                </c:pt>
                <c:pt idx="250">
                  <c:v>1750</c:v>
                </c:pt>
                <c:pt idx="251">
                  <c:v>1751</c:v>
                </c:pt>
                <c:pt idx="252">
                  <c:v>1752</c:v>
                </c:pt>
                <c:pt idx="253">
                  <c:v>1753</c:v>
                </c:pt>
                <c:pt idx="254">
                  <c:v>1754</c:v>
                </c:pt>
                <c:pt idx="255">
                  <c:v>1755</c:v>
                </c:pt>
                <c:pt idx="256">
                  <c:v>1756</c:v>
                </c:pt>
                <c:pt idx="257">
                  <c:v>1757</c:v>
                </c:pt>
                <c:pt idx="258">
                  <c:v>1758</c:v>
                </c:pt>
                <c:pt idx="259">
                  <c:v>1759</c:v>
                </c:pt>
                <c:pt idx="260">
                  <c:v>1760</c:v>
                </c:pt>
                <c:pt idx="261">
                  <c:v>1761</c:v>
                </c:pt>
                <c:pt idx="262">
                  <c:v>1762</c:v>
                </c:pt>
                <c:pt idx="263">
                  <c:v>1763</c:v>
                </c:pt>
                <c:pt idx="264">
                  <c:v>1764</c:v>
                </c:pt>
                <c:pt idx="265">
                  <c:v>1765</c:v>
                </c:pt>
                <c:pt idx="266">
                  <c:v>1766</c:v>
                </c:pt>
                <c:pt idx="267">
                  <c:v>1767</c:v>
                </c:pt>
                <c:pt idx="268">
                  <c:v>1768</c:v>
                </c:pt>
                <c:pt idx="269">
                  <c:v>1769</c:v>
                </c:pt>
                <c:pt idx="270">
                  <c:v>1770</c:v>
                </c:pt>
                <c:pt idx="271">
                  <c:v>1771</c:v>
                </c:pt>
                <c:pt idx="272">
                  <c:v>1772</c:v>
                </c:pt>
                <c:pt idx="273">
                  <c:v>1773</c:v>
                </c:pt>
                <c:pt idx="274">
                  <c:v>1774</c:v>
                </c:pt>
                <c:pt idx="275">
                  <c:v>1775</c:v>
                </c:pt>
                <c:pt idx="276">
                  <c:v>1776</c:v>
                </c:pt>
                <c:pt idx="277">
                  <c:v>1777</c:v>
                </c:pt>
                <c:pt idx="278">
                  <c:v>1778</c:v>
                </c:pt>
                <c:pt idx="279">
                  <c:v>1779</c:v>
                </c:pt>
                <c:pt idx="280">
                  <c:v>1780</c:v>
                </c:pt>
                <c:pt idx="281">
                  <c:v>1781</c:v>
                </c:pt>
                <c:pt idx="282">
                  <c:v>1782</c:v>
                </c:pt>
                <c:pt idx="283">
                  <c:v>1783</c:v>
                </c:pt>
                <c:pt idx="284">
                  <c:v>1784</c:v>
                </c:pt>
                <c:pt idx="285">
                  <c:v>1785</c:v>
                </c:pt>
                <c:pt idx="286">
                  <c:v>1786</c:v>
                </c:pt>
                <c:pt idx="287">
                  <c:v>1787</c:v>
                </c:pt>
                <c:pt idx="288">
                  <c:v>1788</c:v>
                </c:pt>
                <c:pt idx="289">
                  <c:v>1789</c:v>
                </c:pt>
                <c:pt idx="290">
                  <c:v>1790</c:v>
                </c:pt>
                <c:pt idx="291">
                  <c:v>1791</c:v>
                </c:pt>
                <c:pt idx="292">
                  <c:v>1792</c:v>
                </c:pt>
                <c:pt idx="293">
                  <c:v>1793</c:v>
                </c:pt>
                <c:pt idx="294">
                  <c:v>1794</c:v>
                </c:pt>
                <c:pt idx="295">
                  <c:v>1795</c:v>
                </c:pt>
                <c:pt idx="296">
                  <c:v>1796</c:v>
                </c:pt>
                <c:pt idx="297">
                  <c:v>1797</c:v>
                </c:pt>
                <c:pt idx="298">
                  <c:v>1798</c:v>
                </c:pt>
                <c:pt idx="299">
                  <c:v>1799</c:v>
                </c:pt>
                <c:pt idx="300">
                  <c:v>1800</c:v>
                </c:pt>
                <c:pt idx="301">
                  <c:v>1801</c:v>
                </c:pt>
                <c:pt idx="302">
                  <c:v>1802</c:v>
                </c:pt>
                <c:pt idx="303">
                  <c:v>1803</c:v>
                </c:pt>
                <c:pt idx="304">
                  <c:v>1804</c:v>
                </c:pt>
                <c:pt idx="305">
                  <c:v>1805</c:v>
                </c:pt>
                <c:pt idx="306">
                  <c:v>1806</c:v>
                </c:pt>
                <c:pt idx="307">
                  <c:v>1807</c:v>
                </c:pt>
                <c:pt idx="308">
                  <c:v>1808</c:v>
                </c:pt>
                <c:pt idx="309">
                  <c:v>1809</c:v>
                </c:pt>
                <c:pt idx="310">
                  <c:v>1810</c:v>
                </c:pt>
                <c:pt idx="311">
                  <c:v>1811</c:v>
                </c:pt>
                <c:pt idx="312">
                  <c:v>1812</c:v>
                </c:pt>
                <c:pt idx="313">
                  <c:v>1813</c:v>
                </c:pt>
                <c:pt idx="314">
                  <c:v>1814</c:v>
                </c:pt>
                <c:pt idx="315">
                  <c:v>1815</c:v>
                </c:pt>
                <c:pt idx="316">
                  <c:v>1816</c:v>
                </c:pt>
                <c:pt idx="317">
                  <c:v>1817</c:v>
                </c:pt>
                <c:pt idx="318">
                  <c:v>1818</c:v>
                </c:pt>
                <c:pt idx="319">
                  <c:v>1819</c:v>
                </c:pt>
                <c:pt idx="320">
                  <c:v>1820</c:v>
                </c:pt>
                <c:pt idx="321">
                  <c:v>1821</c:v>
                </c:pt>
                <c:pt idx="322">
                  <c:v>1822</c:v>
                </c:pt>
                <c:pt idx="323">
                  <c:v>1823</c:v>
                </c:pt>
                <c:pt idx="324">
                  <c:v>1824</c:v>
                </c:pt>
                <c:pt idx="325">
                  <c:v>1825</c:v>
                </c:pt>
                <c:pt idx="326">
                  <c:v>1826</c:v>
                </c:pt>
                <c:pt idx="327">
                  <c:v>1827</c:v>
                </c:pt>
                <c:pt idx="328">
                  <c:v>1828</c:v>
                </c:pt>
                <c:pt idx="329">
                  <c:v>1829</c:v>
                </c:pt>
                <c:pt idx="330">
                  <c:v>1830</c:v>
                </c:pt>
                <c:pt idx="331">
                  <c:v>1831</c:v>
                </c:pt>
                <c:pt idx="332">
                  <c:v>1832</c:v>
                </c:pt>
                <c:pt idx="333">
                  <c:v>1833</c:v>
                </c:pt>
                <c:pt idx="334">
                  <c:v>1834</c:v>
                </c:pt>
                <c:pt idx="335">
                  <c:v>1835</c:v>
                </c:pt>
                <c:pt idx="336">
                  <c:v>1836</c:v>
                </c:pt>
                <c:pt idx="337">
                  <c:v>1837</c:v>
                </c:pt>
                <c:pt idx="338">
                  <c:v>1838</c:v>
                </c:pt>
                <c:pt idx="339">
                  <c:v>1839</c:v>
                </c:pt>
                <c:pt idx="340">
                  <c:v>1840</c:v>
                </c:pt>
                <c:pt idx="341">
                  <c:v>1841</c:v>
                </c:pt>
                <c:pt idx="342">
                  <c:v>1842</c:v>
                </c:pt>
                <c:pt idx="343">
                  <c:v>1843</c:v>
                </c:pt>
                <c:pt idx="344">
                  <c:v>1844</c:v>
                </c:pt>
                <c:pt idx="345">
                  <c:v>1845</c:v>
                </c:pt>
                <c:pt idx="346">
                  <c:v>1846</c:v>
                </c:pt>
                <c:pt idx="347">
                  <c:v>1847</c:v>
                </c:pt>
                <c:pt idx="348">
                  <c:v>1848</c:v>
                </c:pt>
                <c:pt idx="349">
                  <c:v>1849</c:v>
                </c:pt>
                <c:pt idx="350">
                  <c:v>1850</c:v>
                </c:pt>
                <c:pt idx="351">
                  <c:v>1851</c:v>
                </c:pt>
                <c:pt idx="352">
                  <c:v>1852</c:v>
                </c:pt>
                <c:pt idx="353">
                  <c:v>1853</c:v>
                </c:pt>
                <c:pt idx="354">
                  <c:v>1854</c:v>
                </c:pt>
                <c:pt idx="355">
                  <c:v>1855</c:v>
                </c:pt>
                <c:pt idx="356">
                  <c:v>1856</c:v>
                </c:pt>
                <c:pt idx="357">
                  <c:v>1857</c:v>
                </c:pt>
                <c:pt idx="358">
                  <c:v>1858</c:v>
                </c:pt>
                <c:pt idx="359">
                  <c:v>1859</c:v>
                </c:pt>
                <c:pt idx="360">
                  <c:v>1860</c:v>
                </c:pt>
                <c:pt idx="361">
                  <c:v>1861</c:v>
                </c:pt>
                <c:pt idx="362">
                  <c:v>1862</c:v>
                </c:pt>
                <c:pt idx="363">
                  <c:v>1863</c:v>
                </c:pt>
                <c:pt idx="364">
                  <c:v>1864</c:v>
                </c:pt>
                <c:pt idx="365">
                  <c:v>1865</c:v>
                </c:pt>
                <c:pt idx="366">
                  <c:v>1866</c:v>
                </c:pt>
                <c:pt idx="367">
                  <c:v>1867</c:v>
                </c:pt>
                <c:pt idx="368">
                  <c:v>1868</c:v>
                </c:pt>
                <c:pt idx="369">
                  <c:v>1869</c:v>
                </c:pt>
              </c:numCache>
            </c:numRef>
          </c:cat>
          <c:val>
            <c:numRef>
              <c:f>Annual!$S$294:$S$663</c:f>
              <c:numCache>
                <c:formatCode>0.0</c:formatCode>
                <c:ptCount val="370"/>
                <c:pt idx="0">
                  <c:v>10.952738778556437</c:v>
                </c:pt>
                <c:pt idx="1">
                  <c:v>12.927623802952171</c:v>
                </c:pt>
                <c:pt idx="2">
                  <c:v>13.430645394765389</c:v>
                </c:pt>
                <c:pt idx="3">
                  <c:v>12.511238403950905</c:v>
                </c:pt>
                <c:pt idx="4">
                  <c:v>12.766417232843752</c:v>
                </c:pt>
                <c:pt idx="5">
                  <c:v>11.799353198063015</c:v>
                </c:pt>
                <c:pt idx="6">
                  <c:v>11.430639644045531</c:v>
                </c:pt>
                <c:pt idx="7">
                  <c:v>11.878771590634971</c:v>
                </c:pt>
                <c:pt idx="8">
                  <c:v>11.820409323975678</c:v>
                </c:pt>
                <c:pt idx="9">
                  <c:v>9.9245038273371602</c:v>
                </c:pt>
                <c:pt idx="10">
                  <c:v>10.306772035387151</c:v>
                </c:pt>
                <c:pt idx="11">
                  <c:v>10.602575409389907</c:v>
                </c:pt>
                <c:pt idx="12">
                  <c:v>12.044715100661907</c:v>
                </c:pt>
                <c:pt idx="13">
                  <c:v>14.212179120943858</c:v>
                </c:pt>
                <c:pt idx="14">
                  <c:v>12.305292228244381</c:v>
                </c:pt>
                <c:pt idx="15">
                  <c:v>12.313287868597161</c:v>
                </c:pt>
                <c:pt idx="16">
                  <c:v>13.264795268774876</c:v>
                </c:pt>
                <c:pt idx="17">
                  <c:v>11.556145504774868</c:v>
                </c:pt>
                <c:pt idx="18">
                  <c:v>12.903934414908861</c:v>
                </c:pt>
                <c:pt idx="19">
                  <c:v>12.932528224027003</c:v>
                </c:pt>
                <c:pt idx="20">
                  <c:v>14.6587041570679</c:v>
                </c:pt>
                <c:pt idx="21">
                  <c:v>15.645702730720842</c:v>
                </c:pt>
                <c:pt idx="22">
                  <c:v>13.993560848978172</c:v>
                </c:pt>
                <c:pt idx="23">
                  <c:v>13.927884095703829</c:v>
                </c:pt>
                <c:pt idx="24">
                  <c:v>13.424421489328202</c:v>
                </c:pt>
                <c:pt idx="25">
                  <c:v>12.219822905373846</c:v>
                </c:pt>
                <c:pt idx="26">
                  <c:v>11.985754411765139</c:v>
                </c:pt>
                <c:pt idx="27">
                  <c:v>13.529448316250408</c:v>
                </c:pt>
                <c:pt idx="28">
                  <c:v>18.977501417093634</c:v>
                </c:pt>
                <c:pt idx="29">
                  <c:v>15.305736515023362</c:v>
                </c:pt>
                <c:pt idx="30">
                  <c:v>15.318560984459751</c:v>
                </c:pt>
                <c:pt idx="31">
                  <c:v>15.574378609547679</c:v>
                </c:pt>
                <c:pt idx="32">
                  <c:v>15.840115034234769</c:v>
                </c:pt>
                <c:pt idx="33">
                  <c:v>15.571154309626767</c:v>
                </c:pt>
                <c:pt idx="34">
                  <c:v>13.730964764434326</c:v>
                </c:pt>
                <c:pt idx="35">
                  <c:v>15.532756133746638</c:v>
                </c:pt>
                <c:pt idx="36">
                  <c:v>16.140617048674368</c:v>
                </c:pt>
                <c:pt idx="37">
                  <c:v>16.346342656923589</c:v>
                </c:pt>
                <c:pt idx="38">
                  <c:v>14.353972736357004</c:v>
                </c:pt>
                <c:pt idx="39">
                  <c:v>13.734010644720254</c:v>
                </c:pt>
                <c:pt idx="40">
                  <c:v>14.410106426333655</c:v>
                </c:pt>
                <c:pt idx="41">
                  <c:v>15.679558848765101</c:v>
                </c:pt>
                <c:pt idx="42">
                  <c:v>15.180550805787258</c:v>
                </c:pt>
                <c:pt idx="43">
                  <c:v>16.41722738210137</c:v>
                </c:pt>
                <c:pt idx="44">
                  <c:v>17.539638547186314</c:v>
                </c:pt>
                <c:pt idx="45">
                  <c:v>19.925545127226929</c:v>
                </c:pt>
                <c:pt idx="46">
                  <c:v>21.515738301608884</c:v>
                </c:pt>
                <c:pt idx="47">
                  <c:v>15.932530830186188</c:v>
                </c:pt>
                <c:pt idx="48">
                  <c:v>15.699371952725313</c:v>
                </c:pt>
                <c:pt idx="49">
                  <c:v>19.634392654122106</c:v>
                </c:pt>
                <c:pt idx="50">
                  <c:v>24.946294999152375</c:v>
                </c:pt>
                <c:pt idx="51">
                  <c:v>27.565775910699362</c:v>
                </c:pt>
                <c:pt idx="52">
                  <c:v>24.453478928163438</c:v>
                </c:pt>
                <c:pt idx="53">
                  <c:v>22.092669626551892</c:v>
                </c:pt>
                <c:pt idx="54">
                  <c:v>21.75500496233342</c:v>
                </c:pt>
                <c:pt idx="55">
                  <c:v>25.99787617803813</c:v>
                </c:pt>
                <c:pt idx="56">
                  <c:v>31.629707076404049</c:v>
                </c:pt>
                <c:pt idx="57">
                  <c:v>33.832633358562418</c:v>
                </c:pt>
                <c:pt idx="58">
                  <c:v>23.28135286321751</c:v>
                </c:pt>
                <c:pt idx="59">
                  <c:v>25.009856254360571</c:v>
                </c:pt>
                <c:pt idx="60">
                  <c:v>26.061417571031097</c:v>
                </c:pt>
                <c:pt idx="61">
                  <c:v>28.571795082496923</c:v>
                </c:pt>
                <c:pt idx="62">
                  <c:v>28.511775354173835</c:v>
                </c:pt>
                <c:pt idx="63">
                  <c:v>29.617403478377096</c:v>
                </c:pt>
                <c:pt idx="64">
                  <c:v>30.748145767743004</c:v>
                </c:pt>
                <c:pt idx="65">
                  <c:v>26.19201705251588</c:v>
                </c:pt>
                <c:pt idx="66">
                  <c:v>27.091874585511569</c:v>
                </c:pt>
                <c:pt idx="67">
                  <c:v>25.146445695849049</c:v>
                </c:pt>
                <c:pt idx="68">
                  <c:v>25.28885372845297</c:v>
                </c:pt>
                <c:pt idx="69">
                  <c:v>27.446496406885327</c:v>
                </c:pt>
                <c:pt idx="70">
                  <c:v>26.911079489505255</c:v>
                </c:pt>
                <c:pt idx="71">
                  <c:v>25.893454737047076</c:v>
                </c:pt>
                <c:pt idx="72">
                  <c:v>28.532694210889904</c:v>
                </c:pt>
                <c:pt idx="73">
                  <c:v>29.996497538423192</c:v>
                </c:pt>
                <c:pt idx="74">
                  <c:v>34.985865808618939</c:v>
                </c:pt>
                <c:pt idx="75">
                  <c:v>30.429698683411978</c:v>
                </c:pt>
                <c:pt idx="76">
                  <c:v>30.982133697265532</c:v>
                </c:pt>
                <c:pt idx="77">
                  <c:v>33.611325360657773</c:v>
                </c:pt>
                <c:pt idx="78">
                  <c:v>31.134559737795335</c:v>
                </c:pt>
                <c:pt idx="79">
                  <c:v>31.181486751471287</c:v>
                </c:pt>
                <c:pt idx="80">
                  <c:v>29.21329813950776</c:v>
                </c:pt>
                <c:pt idx="81">
                  <c:v>33.606880891116766</c:v>
                </c:pt>
                <c:pt idx="82">
                  <c:v>33.359386967054398</c:v>
                </c:pt>
                <c:pt idx="83">
                  <c:v>31.736776639423095</c:v>
                </c:pt>
                <c:pt idx="84">
                  <c:v>31.656768355240093</c:v>
                </c:pt>
                <c:pt idx="85">
                  <c:v>33.698680991582023</c:v>
                </c:pt>
                <c:pt idx="86">
                  <c:v>39.978976803176558</c:v>
                </c:pt>
                <c:pt idx="87">
                  <c:v>39.940300137977417</c:v>
                </c:pt>
                <c:pt idx="88">
                  <c:v>33.305326725888833</c:v>
                </c:pt>
                <c:pt idx="89">
                  <c:v>34.700521655506499</c:v>
                </c:pt>
                <c:pt idx="90">
                  <c:v>39.12910608793586</c:v>
                </c:pt>
                <c:pt idx="91">
                  <c:v>38.653563187424496</c:v>
                </c:pt>
                <c:pt idx="92">
                  <c:v>34.669846834045941</c:v>
                </c:pt>
                <c:pt idx="93">
                  <c:v>36.367199269038025</c:v>
                </c:pt>
                <c:pt idx="94">
                  <c:v>41.936615985231299</c:v>
                </c:pt>
                <c:pt idx="95">
                  <c:v>46.855927303881657</c:v>
                </c:pt>
                <c:pt idx="96">
                  <c:v>49.654422387725383</c:v>
                </c:pt>
                <c:pt idx="97">
                  <c:v>57.035093320354882</c:v>
                </c:pt>
                <c:pt idx="98">
                  <c:v>51.67861933796663</c:v>
                </c:pt>
                <c:pt idx="99">
                  <c:v>42.158253656139991</c:v>
                </c:pt>
                <c:pt idx="100">
                  <c:v>43.691342601042358</c:v>
                </c:pt>
                <c:pt idx="101">
                  <c:v>44.008775972147774</c:v>
                </c:pt>
                <c:pt idx="102">
                  <c:v>42.522237752587337</c:v>
                </c:pt>
                <c:pt idx="103">
                  <c:v>40.342731576995234</c:v>
                </c:pt>
                <c:pt idx="104">
                  <c:v>41.0981685589351</c:v>
                </c:pt>
                <c:pt idx="105">
                  <c:v>43.888650350346033</c:v>
                </c:pt>
                <c:pt idx="106">
                  <c:v>44.275207460777082</c:v>
                </c:pt>
                <c:pt idx="107">
                  <c:v>45.224399020093465</c:v>
                </c:pt>
                <c:pt idx="108">
                  <c:v>52.483813466781932</c:v>
                </c:pt>
                <c:pt idx="109">
                  <c:v>53.360011496878251</c:v>
                </c:pt>
                <c:pt idx="110">
                  <c:v>47.169849865536044</c:v>
                </c:pt>
                <c:pt idx="111">
                  <c:v>48.581090595588293</c:v>
                </c:pt>
                <c:pt idx="112">
                  <c:v>51.078016965567997</c:v>
                </c:pt>
                <c:pt idx="113">
                  <c:v>53.943409681884447</c:v>
                </c:pt>
                <c:pt idx="114">
                  <c:v>53.165369915617568</c:v>
                </c:pt>
                <c:pt idx="115">
                  <c:v>51.603873451925786</c:v>
                </c:pt>
                <c:pt idx="116">
                  <c:v>52.430795289034201</c:v>
                </c:pt>
                <c:pt idx="117">
                  <c:v>53.463816004736636</c:v>
                </c:pt>
                <c:pt idx="118">
                  <c:v>53.388811068567861</c:v>
                </c:pt>
                <c:pt idx="119">
                  <c:v>49.327294813813012</c:v>
                </c:pt>
                <c:pt idx="120">
                  <c:v>46.28551184865335</c:v>
                </c:pt>
                <c:pt idx="121">
                  <c:v>49.070116488903118</c:v>
                </c:pt>
                <c:pt idx="122">
                  <c:v>55.893445364263108</c:v>
                </c:pt>
                <c:pt idx="123">
                  <c:v>54.402541845845093</c:v>
                </c:pt>
                <c:pt idx="124">
                  <c:v>52.37061040084555</c:v>
                </c:pt>
                <c:pt idx="125">
                  <c:v>54.368588827545267</c:v>
                </c:pt>
                <c:pt idx="126">
                  <c:v>54.355665028455896</c:v>
                </c:pt>
                <c:pt idx="127">
                  <c:v>49.881487726352624</c:v>
                </c:pt>
                <c:pt idx="128">
                  <c:v>49.338079388844733</c:v>
                </c:pt>
                <c:pt idx="129">
                  <c:v>51.448678995964251</c:v>
                </c:pt>
                <c:pt idx="130">
                  <c:v>60.192007076640934</c:v>
                </c:pt>
                <c:pt idx="131">
                  <c:v>64.949543710709051</c:v>
                </c:pt>
                <c:pt idx="132">
                  <c:v>59.509744802946244</c:v>
                </c:pt>
                <c:pt idx="133">
                  <c:v>58.42107516394379</c:v>
                </c:pt>
                <c:pt idx="134">
                  <c:v>59.281698279034131</c:v>
                </c:pt>
                <c:pt idx="135">
                  <c:v>59.587373730609528</c:v>
                </c:pt>
                <c:pt idx="136">
                  <c:v>61.113957743861157</c:v>
                </c:pt>
                <c:pt idx="137">
                  <c:v>61.825200750093487</c:v>
                </c:pt>
                <c:pt idx="138">
                  <c:v>64.250388126926694</c:v>
                </c:pt>
                <c:pt idx="139">
                  <c:v>58.084347179799572</c:v>
                </c:pt>
                <c:pt idx="140">
                  <c:v>54.506461198165645</c:v>
                </c:pt>
                <c:pt idx="141">
                  <c:v>59.411254306487628</c:v>
                </c:pt>
                <c:pt idx="142">
                  <c:v>56.327118716745794</c:v>
                </c:pt>
                <c:pt idx="143">
                  <c:v>57.586606231476551</c:v>
                </c:pt>
                <c:pt idx="144">
                  <c:v>56.501051872270764</c:v>
                </c:pt>
                <c:pt idx="145">
                  <c:v>57.527746442472903</c:v>
                </c:pt>
                <c:pt idx="146">
                  <c:v>60.30654360355021</c:v>
                </c:pt>
                <c:pt idx="147">
                  <c:v>70.784541641954974</c:v>
                </c:pt>
                <c:pt idx="148">
                  <c:v>77.654473113019563</c:v>
                </c:pt>
                <c:pt idx="149">
                  <c:v>75.932125500923348</c:v>
                </c:pt>
                <c:pt idx="150">
                  <c:v>73.366655612999438</c:v>
                </c:pt>
                <c:pt idx="151">
                  <c:v>70.928223947157335</c:v>
                </c:pt>
                <c:pt idx="152">
                  <c:v>63.815397320128525</c:v>
                </c:pt>
                <c:pt idx="153">
                  <c:v>58.835665963694673</c:v>
                </c:pt>
                <c:pt idx="154">
                  <c:v>51.276217001354283</c:v>
                </c:pt>
                <c:pt idx="155">
                  <c:v>49.624228087300615</c:v>
                </c:pt>
                <c:pt idx="156">
                  <c:v>57.378712715359562</c:v>
                </c:pt>
                <c:pt idx="157">
                  <c:v>60.48365739827392</c:v>
                </c:pt>
                <c:pt idx="158">
                  <c:v>65.806601074636248</c:v>
                </c:pt>
                <c:pt idx="159">
                  <c:v>70.386959699091364</c:v>
                </c:pt>
                <c:pt idx="160">
                  <c:v>66.286445317263215</c:v>
                </c:pt>
                <c:pt idx="161">
                  <c:v>71.150129102914249</c:v>
                </c:pt>
                <c:pt idx="162">
                  <c:v>72.781398661152778</c:v>
                </c:pt>
                <c:pt idx="163">
                  <c:v>64.947507804108341</c:v>
                </c:pt>
                <c:pt idx="164">
                  <c:v>64.668018643321432</c:v>
                </c:pt>
                <c:pt idx="165">
                  <c:v>60.873534663755798</c:v>
                </c:pt>
                <c:pt idx="166">
                  <c:v>56.796781851062832</c:v>
                </c:pt>
                <c:pt idx="167">
                  <c:v>55.497959773558918</c:v>
                </c:pt>
                <c:pt idx="168">
                  <c:v>55.806081456673361</c:v>
                </c:pt>
                <c:pt idx="169">
                  <c:v>61.15420955880623</c:v>
                </c:pt>
                <c:pt idx="170">
                  <c:v>59.857932321875374</c:v>
                </c:pt>
                <c:pt idx="171">
                  <c:v>60.16646913243062</c:v>
                </c:pt>
                <c:pt idx="172">
                  <c:v>57.727716714882142</c:v>
                </c:pt>
                <c:pt idx="173">
                  <c:v>61.156770399684817</c:v>
                </c:pt>
                <c:pt idx="174">
                  <c:v>69.765980643478002</c:v>
                </c:pt>
                <c:pt idx="175">
                  <c:v>66.015743617885434</c:v>
                </c:pt>
                <c:pt idx="176">
                  <c:v>56.770240501714731</c:v>
                </c:pt>
                <c:pt idx="177">
                  <c:v>60.134877646318515</c:v>
                </c:pt>
                <c:pt idx="178">
                  <c:v>63.595221192947001</c:v>
                </c:pt>
                <c:pt idx="179">
                  <c:v>64.765872262794701</c:v>
                </c:pt>
                <c:pt idx="180">
                  <c:v>60.12925783077587</c:v>
                </c:pt>
                <c:pt idx="181">
                  <c:v>62.44582664343168</c:v>
                </c:pt>
                <c:pt idx="182">
                  <c:v>61.506268359015898</c:v>
                </c:pt>
                <c:pt idx="183">
                  <c:v>60.824289258056119</c:v>
                </c:pt>
                <c:pt idx="184">
                  <c:v>61.574490194645037</c:v>
                </c:pt>
                <c:pt idx="185">
                  <c:v>64.483619201753001</c:v>
                </c:pt>
                <c:pt idx="186">
                  <c:v>56.640850010146586</c:v>
                </c:pt>
                <c:pt idx="187">
                  <c:v>55.67219484345847</c:v>
                </c:pt>
                <c:pt idx="188">
                  <c:v>53.305941311121629</c:v>
                </c:pt>
                <c:pt idx="189">
                  <c:v>52.426513712779844</c:v>
                </c:pt>
                <c:pt idx="190">
                  <c:v>54.891608762169071</c:v>
                </c:pt>
                <c:pt idx="191">
                  <c:v>53.51613012141614</c:v>
                </c:pt>
                <c:pt idx="192">
                  <c:v>62.022998531491702</c:v>
                </c:pt>
                <c:pt idx="193">
                  <c:v>69.233098430154286</c:v>
                </c:pt>
                <c:pt idx="194">
                  <c:v>68.427967908210945</c:v>
                </c:pt>
                <c:pt idx="195">
                  <c:v>64.247767923945943</c:v>
                </c:pt>
                <c:pt idx="196">
                  <c:v>70.596966636851349</c:v>
                </c:pt>
                <c:pt idx="197">
                  <c:v>72.645628347843839</c:v>
                </c:pt>
                <c:pt idx="198">
                  <c:v>77.31737770691052</c:v>
                </c:pt>
                <c:pt idx="199">
                  <c:v>71.469655524921706</c:v>
                </c:pt>
                <c:pt idx="200">
                  <c:v>64.874254800673611</c:v>
                </c:pt>
                <c:pt idx="201">
                  <c:v>58.60622867855043</c:v>
                </c:pt>
                <c:pt idx="202">
                  <c:v>57.216507003742322</c:v>
                </c:pt>
                <c:pt idx="203">
                  <c:v>55.155555385822048</c:v>
                </c:pt>
                <c:pt idx="204">
                  <c:v>59.880423874533456</c:v>
                </c:pt>
                <c:pt idx="205">
                  <c:v>56.532133048152218</c:v>
                </c:pt>
                <c:pt idx="206">
                  <c:v>55.776480496657292</c:v>
                </c:pt>
                <c:pt idx="207">
                  <c:v>55.502976349091732</c:v>
                </c:pt>
                <c:pt idx="208">
                  <c:v>59.552904701037974</c:v>
                </c:pt>
                <c:pt idx="209">
                  <c:v>74.563750529581952</c:v>
                </c:pt>
                <c:pt idx="210">
                  <c:v>78.201706541756764</c:v>
                </c:pt>
                <c:pt idx="211">
                  <c:v>70.075901441496654</c:v>
                </c:pt>
                <c:pt idx="212">
                  <c:v>64.56106229536195</c:v>
                </c:pt>
                <c:pt idx="213">
                  <c:v>64.920756596465651</c:v>
                </c:pt>
                <c:pt idx="214">
                  <c:v>68.242838025071521</c:v>
                </c:pt>
                <c:pt idx="215">
                  <c:v>61.030093148436173</c:v>
                </c:pt>
                <c:pt idx="216">
                  <c:v>64.873569855657976</c:v>
                </c:pt>
                <c:pt idx="217">
                  <c:v>63.566949810834835</c:v>
                </c:pt>
                <c:pt idx="218">
                  <c:v>60.946098037954243</c:v>
                </c:pt>
                <c:pt idx="219">
                  <c:v>59.130917110686362</c:v>
                </c:pt>
                <c:pt idx="220">
                  <c:v>64.504182674628325</c:v>
                </c:pt>
                <c:pt idx="221">
                  <c:v>61.906336319096717</c:v>
                </c:pt>
                <c:pt idx="222">
                  <c:v>60.22952205837273</c:v>
                </c:pt>
                <c:pt idx="223">
                  <c:v>60.758555541080568</c:v>
                </c:pt>
                <c:pt idx="224">
                  <c:v>60.711885972434587</c:v>
                </c:pt>
                <c:pt idx="225">
                  <c:v>64.686171620704968</c:v>
                </c:pt>
                <c:pt idx="226">
                  <c:v>67.28538432783094</c:v>
                </c:pt>
                <c:pt idx="227">
                  <c:v>65.372038318767849</c:v>
                </c:pt>
                <c:pt idx="228">
                  <c:v>73.908376850769542</c:v>
                </c:pt>
                <c:pt idx="229">
                  <c:v>69.571728606729309</c:v>
                </c:pt>
                <c:pt idx="230">
                  <c:v>62.028138114925554</c:v>
                </c:pt>
                <c:pt idx="231">
                  <c:v>57.353372258549733</c:v>
                </c:pt>
                <c:pt idx="232">
                  <c:v>53.919724284454468</c:v>
                </c:pt>
                <c:pt idx="233">
                  <c:v>55.975384475303407</c:v>
                </c:pt>
                <c:pt idx="234">
                  <c:v>59.083117673764448</c:v>
                </c:pt>
                <c:pt idx="235">
                  <c:v>61.535843409262057</c:v>
                </c:pt>
                <c:pt idx="236">
                  <c:v>61.77611931558048</c:v>
                </c:pt>
                <c:pt idx="237">
                  <c:v>59.311293659400505</c:v>
                </c:pt>
                <c:pt idx="238">
                  <c:v>57.194402388795091</c:v>
                </c:pt>
                <c:pt idx="239">
                  <c:v>59.637466883834058</c:v>
                </c:pt>
                <c:pt idx="240">
                  <c:v>68.271903168486588</c:v>
                </c:pt>
                <c:pt idx="241">
                  <c:v>70.657162155243284</c:v>
                </c:pt>
                <c:pt idx="242">
                  <c:v>60.650661389968555</c:v>
                </c:pt>
                <c:pt idx="243">
                  <c:v>55.416819723759104</c:v>
                </c:pt>
                <c:pt idx="244">
                  <c:v>53.560450426172828</c:v>
                </c:pt>
                <c:pt idx="245">
                  <c:v>56.189590808820583</c:v>
                </c:pt>
                <c:pt idx="246">
                  <c:v>60.608483076656668</c:v>
                </c:pt>
                <c:pt idx="247">
                  <c:v>59.01382012800692</c:v>
                </c:pt>
                <c:pt idx="248">
                  <c:v>60.759453611879131</c:v>
                </c:pt>
                <c:pt idx="249">
                  <c:v>60.412667934183858</c:v>
                </c:pt>
                <c:pt idx="250">
                  <c:v>60.11232030769294</c:v>
                </c:pt>
                <c:pt idx="251">
                  <c:v>61.466468875518963</c:v>
                </c:pt>
                <c:pt idx="252">
                  <c:v>65.486795889676984</c:v>
                </c:pt>
                <c:pt idx="253">
                  <c:v>64.045524268835393</c:v>
                </c:pt>
                <c:pt idx="254">
                  <c:v>63.598507329095355</c:v>
                </c:pt>
                <c:pt idx="255">
                  <c:v>61.400091231794669</c:v>
                </c:pt>
                <c:pt idx="256">
                  <c:v>65.83228117466426</c:v>
                </c:pt>
                <c:pt idx="257">
                  <c:v>76.310460543294724</c:v>
                </c:pt>
                <c:pt idx="258">
                  <c:v>70.456831656805704</c:v>
                </c:pt>
                <c:pt idx="259">
                  <c:v>62.770569652076517</c:v>
                </c:pt>
                <c:pt idx="260">
                  <c:v>62.368705039722037</c:v>
                </c:pt>
                <c:pt idx="261">
                  <c:v>60.810294575878764</c:v>
                </c:pt>
                <c:pt idx="262">
                  <c:v>64.130575448481295</c:v>
                </c:pt>
                <c:pt idx="263">
                  <c:v>65.90505559509802</c:v>
                </c:pt>
                <c:pt idx="264">
                  <c:v>69.241413212550142</c:v>
                </c:pt>
                <c:pt idx="265">
                  <c:v>72.486364523203932</c:v>
                </c:pt>
                <c:pt idx="266">
                  <c:v>71.26213669203355</c:v>
                </c:pt>
                <c:pt idx="267">
                  <c:v>78.58606366436284</c:v>
                </c:pt>
                <c:pt idx="268">
                  <c:v>76.187801503483641</c:v>
                </c:pt>
                <c:pt idx="269">
                  <c:v>70.298098744889302</c:v>
                </c:pt>
                <c:pt idx="270">
                  <c:v>69.902905792883459</c:v>
                </c:pt>
                <c:pt idx="271">
                  <c:v>76.229367699267456</c:v>
                </c:pt>
                <c:pt idx="272">
                  <c:v>79.983412153952813</c:v>
                </c:pt>
                <c:pt idx="273">
                  <c:v>79.942032635787626</c:v>
                </c:pt>
                <c:pt idx="274">
                  <c:v>80.941113621027455</c:v>
                </c:pt>
                <c:pt idx="275">
                  <c:v>79.006710060263899</c:v>
                </c:pt>
                <c:pt idx="276">
                  <c:v>72.752714381639052</c:v>
                </c:pt>
                <c:pt idx="277">
                  <c:v>76.74952924672597</c:v>
                </c:pt>
                <c:pt idx="278">
                  <c:v>77.16332640046474</c:v>
                </c:pt>
                <c:pt idx="279">
                  <c:v>70.946031698613936</c:v>
                </c:pt>
                <c:pt idx="280">
                  <c:v>71.977625840410127</c:v>
                </c:pt>
                <c:pt idx="281">
                  <c:v>79.130490386824263</c:v>
                </c:pt>
                <c:pt idx="282">
                  <c:v>80.522258778837951</c:v>
                </c:pt>
                <c:pt idx="283">
                  <c:v>83.304452278929531</c:v>
                </c:pt>
                <c:pt idx="284">
                  <c:v>80.981229834739096</c:v>
                </c:pt>
                <c:pt idx="285">
                  <c:v>77.411817816155079</c:v>
                </c:pt>
                <c:pt idx="286">
                  <c:v>74.880191840380434</c:v>
                </c:pt>
                <c:pt idx="287">
                  <c:v>76.752021500816383</c:v>
                </c:pt>
                <c:pt idx="288">
                  <c:v>77.370034811122679</c:v>
                </c:pt>
                <c:pt idx="289">
                  <c:v>80.578674986684433</c:v>
                </c:pt>
                <c:pt idx="290">
                  <c:v>82.728091146265584</c:v>
                </c:pt>
                <c:pt idx="291">
                  <c:v>81.91862382541845</c:v>
                </c:pt>
                <c:pt idx="292">
                  <c:v>79.300572187301171</c:v>
                </c:pt>
                <c:pt idx="293">
                  <c:v>82.037028868076007</c:v>
                </c:pt>
                <c:pt idx="294">
                  <c:v>85.439902363695424</c:v>
                </c:pt>
                <c:pt idx="295">
                  <c:v>97.878539031231071</c:v>
                </c:pt>
                <c:pt idx="296">
                  <c:v>103.24281058108608</c:v>
                </c:pt>
                <c:pt idx="297">
                  <c:v>93.393295133489033</c:v>
                </c:pt>
                <c:pt idx="298">
                  <c:v>91.148672534904406</c:v>
                </c:pt>
                <c:pt idx="299">
                  <c:v>100.46365182712974</c:v>
                </c:pt>
                <c:pt idx="300">
                  <c:v>130.23176087357862</c:v>
                </c:pt>
                <c:pt idx="301">
                  <c:v>137.55667863967676</c:v>
                </c:pt>
                <c:pt idx="302">
                  <c:v>111.00728650803462</c:v>
                </c:pt>
                <c:pt idx="303">
                  <c:v>106.76325010957531</c:v>
                </c:pt>
                <c:pt idx="304">
                  <c:v>110.37398163880951</c:v>
                </c:pt>
                <c:pt idx="305">
                  <c:v>122.19159159032834</c:v>
                </c:pt>
                <c:pt idx="306">
                  <c:v>120.9037486603353</c:v>
                </c:pt>
                <c:pt idx="307">
                  <c:v>123.01562323038821</c:v>
                </c:pt>
                <c:pt idx="308">
                  <c:v>125.97828730942479</c:v>
                </c:pt>
                <c:pt idx="309">
                  <c:v>136.92916491838764</c:v>
                </c:pt>
                <c:pt idx="310">
                  <c:v>139.8768967078976</c:v>
                </c:pt>
                <c:pt idx="311">
                  <c:v>135.69980545103965</c:v>
                </c:pt>
                <c:pt idx="312">
                  <c:v>151.02776501123165</c:v>
                </c:pt>
                <c:pt idx="313">
                  <c:v>154.63252258198449</c:v>
                </c:pt>
                <c:pt idx="314">
                  <c:v>138.83251596982697</c:v>
                </c:pt>
                <c:pt idx="315">
                  <c:v>128.38452539891122</c:v>
                </c:pt>
                <c:pt idx="316">
                  <c:v>124.94555999746684</c:v>
                </c:pt>
                <c:pt idx="317">
                  <c:v>135.60040383918405</c:v>
                </c:pt>
                <c:pt idx="318">
                  <c:v>135.1571316515174</c:v>
                </c:pt>
                <c:pt idx="319">
                  <c:v>127.30936507447534</c:v>
                </c:pt>
                <c:pt idx="320">
                  <c:v>120.16089691395233</c:v>
                </c:pt>
                <c:pt idx="321">
                  <c:v>111.54788487040528</c:v>
                </c:pt>
                <c:pt idx="322">
                  <c:v>101.63221756341255</c:v>
                </c:pt>
                <c:pt idx="323">
                  <c:v>102.26394030606629</c:v>
                </c:pt>
                <c:pt idx="324">
                  <c:v>108.6165646651791</c:v>
                </c:pt>
                <c:pt idx="325">
                  <c:v>117.35284176650957</c:v>
                </c:pt>
                <c:pt idx="326">
                  <c:v>113.14508422621817</c:v>
                </c:pt>
                <c:pt idx="327">
                  <c:v>108.69826356929489</c:v>
                </c:pt>
                <c:pt idx="328">
                  <c:v>110.94341540526878</c:v>
                </c:pt>
                <c:pt idx="329">
                  <c:v>107.58243100723919</c:v>
                </c:pt>
                <c:pt idx="330">
                  <c:v>107.23518634493139</c:v>
                </c:pt>
                <c:pt idx="331">
                  <c:v>104.74529022667997</c:v>
                </c:pt>
                <c:pt idx="332">
                  <c:v>99.938106520537445</c:v>
                </c:pt>
                <c:pt idx="333">
                  <c:v>97.649332470980966</c:v>
                </c:pt>
                <c:pt idx="334">
                  <c:v>95.783855709523209</c:v>
                </c:pt>
                <c:pt idx="335">
                  <c:v>91.724160956493336</c:v>
                </c:pt>
                <c:pt idx="336">
                  <c:v>97.388098671083469</c:v>
                </c:pt>
                <c:pt idx="337">
                  <c:v>103.39303342388411</c:v>
                </c:pt>
                <c:pt idx="338">
                  <c:v>104.83765999096516</c:v>
                </c:pt>
                <c:pt idx="339">
                  <c:v>109.99369437113079</c:v>
                </c:pt>
                <c:pt idx="340">
                  <c:v>107.46677608119276</c:v>
                </c:pt>
                <c:pt idx="341">
                  <c:v>104.62450966167202</c:v>
                </c:pt>
                <c:pt idx="342">
                  <c:v>100.81000620549874</c:v>
                </c:pt>
                <c:pt idx="343">
                  <c:v>94.866773073361841</c:v>
                </c:pt>
                <c:pt idx="344">
                  <c:v>94.186613499393843</c:v>
                </c:pt>
                <c:pt idx="345">
                  <c:v>94.359527257496495</c:v>
                </c:pt>
                <c:pt idx="346">
                  <c:v>98.100681878947029</c:v>
                </c:pt>
                <c:pt idx="347">
                  <c:v>107.75963657131678</c:v>
                </c:pt>
                <c:pt idx="348">
                  <c:v>95.124707328643936</c:v>
                </c:pt>
                <c:pt idx="349">
                  <c:v>90.691310652351547</c:v>
                </c:pt>
                <c:pt idx="350">
                  <c:v>86.814013116045913</c:v>
                </c:pt>
                <c:pt idx="351">
                  <c:v>84.682273423719863</c:v>
                </c:pt>
                <c:pt idx="352">
                  <c:v>86.075668684291117</c:v>
                </c:pt>
                <c:pt idx="353">
                  <c:v>94.4850275361824</c:v>
                </c:pt>
                <c:pt idx="354">
                  <c:v>103.22643194210116</c:v>
                </c:pt>
                <c:pt idx="355">
                  <c:v>104.77702738876255</c:v>
                </c:pt>
                <c:pt idx="356">
                  <c:v>103.97394729239197</c:v>
                </c:pt>
                <c:pt idx="357">
                  <c:v>101.29040910018652</c:v>
                </c:pt>
                <c:pt idx="358">
                  <c:v>93.012354517382775</c:v>
                </c:pt>
                <c:pt idx="359">
                  <c:v>92.946114292444946</c:v>
                </c:pt>
                <c:pt idx="360">
                  <c:v>100.72336735058408</c:v>
                </c:pt>
                <c:pt idx="361">
                  <c:v>101.35715323421105</c:v>
                </c:pt>
                <c:pt idx="362">
                  <c:v>101.05840236518729</c:v>
                </c:pt>
                <c:pt idx="363">
                  <c:v>96.640195062087855</c:v>
                </c:pt>
                <c:pt idx="364">
                  <c:v>92.845146377495951</c:v>
                </c:pt>
                <c:pt idx="365">
                  <c:v>95.494160771316828</c:v>
                </c:pt>
                <c:pt idx="366">
                  <c:v>100.67212546376581</c:v>
                </c:pt>
                <c:pt idx="367">
                  <c:v>106.62470831078721</c:v>
                </c:pt>
                <c:pt idx="368">
                  <c:v>105.18782092226979</c:v>
                </c:pt>
                <c:pt idx="369">
                  <c:v>99.359175596754369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2F-437B-AFE9-21607E6982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0360944"/>
        <c:axId val="1040371984"/>
      </c:lineChart>
      <c:catAx>
        <c:axId val="104036094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0371984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04037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0360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7DD8-42BD-5F3E-461F-326A85483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48572-9757-976C-B787-68F31EC81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9613F-FA16-602A-3978-E01D7670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47D24-F4C8-6AD7-0691-4DF60FD5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D2D4B-3C61-18B1-187B-0B726F7B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5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6549-11B6-C005-C610-AE7F77E2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842B-71D3-42C7-2FCA-F5228ECDA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AF9D-9C63-F15C-D5F4-7895190F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C9650-A1DF-AEF2-A281-24EEF24B8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F2631-C8D3-0117-4638-5034BADE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2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71AF-C6DF-4E7F-573A-E8DD80D1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9CF19-D611-FD62-2630-FD8F5D680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10C4-D094-91D2-E3C5-C154253C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4344F-3DC0-BE6C-1000-15BE9235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F01A-5B00-DD35-EB4B-5901DA3D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23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71F1-B044-F893-87EF-2DD3BED5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02703-7999-A088-7C8D-F62A4BDB5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FC340-37D4-AA36-066D-BD4232988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235BC-81A2-4421-867E-E6183EED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CA007-A474-CE7E-E1C7-9190979E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9A4A-8DA9-B0EC-1058-D3181EA6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66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586B-0A28-30C0-4A41-A10AE1C4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7A1D7-9D34-8E90-D657-E2CE00CA9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CF4BC-EC4E-E808-912F-542138008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B366C-A9BB-F67E-EBE7-977C361A4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C4C60-0273-173F-A2F6-AFF0515AC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98F63-69E3-BD34-47E7-212ADDD1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0FB52-B505-D619-4509-50D4B8AC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2B94C-440F-B574-7B2B-5F4AC18C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69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24D5-8833-AEB5-5F74-66231847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A391F-EDB1-1A19-062C-5274C62A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64E54-02F1-1D7A-B9FB-07F1BFC7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973FE-C05E-44A0-E0CE-39F0B746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83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51002-6C07-DA88-69B0-FE8869AF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1A3D1-9DB3-3723-897D-85783F2E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7B7D-DECC-DA1D-EC3F-6EEA3BFB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C00F-E9B8-1EEA-2913-E53E159D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46FD-CBED-AF8E-97AB-EAE5CD2B5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3685D-6BE4-5A24-78AA-005AF4A1F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08E1B-0555-6A40-4727-19D29F07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FF217-1161-5C1F-A537-78B5471D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81A84-BA5A-C807-CA2A-02758AF1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6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1250-7E5F-84C7-6B08-29749998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A20B5-9BAD-E113-0BFC-2EC58DD80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10615-AA93-A687-BB5D-994EC91FA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C6B9E-5967-23E7-05C8-70CBD94A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76A8D-FF04-99CA-7DB1-10FBEE1F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19FCC-CDE6-9CB3-95D9-11E5DE32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89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BDE8-E983-6E7E-9E36-A594D1ED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793D7-35AC-FF2D-ED3D-B825A4F0E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82918-4900-99D5-13FF-31C66DEF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3C99E-872D-222F-0185-6CD49BDE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65E4A-FACB-60F4-9DFB-FCA04E83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07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3493F-91C6-E666-63B0-4B159077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28758-6753-EEB9-99C4-D3EF07954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DA394-70AF-BFD5-2412-EB4CBAFE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34E7-80F0-7141-0F84-E03B8FC2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1803-53A7-E402-2D08-2523BCD1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40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68C6B-AD95-3774-E0DB-07D26F12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25EFC-BA24-1409-A885-C6AA87582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F62D4-3C28-F703-48B6-98EE84FF0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774D8-C18F-4E85-819B-EF783216EB57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4F0F6-FADA-7B3C-2D6C-4CF7C3EDC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63780-BBDE-B089-8DC7-0DB1D9F1F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14BB4-B356-4A6C-9587-004765B432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75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587D317-2101-6E15-346D-1CD05996A7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41785"/>
              </p:ext>
            </p:extLst>
          </p:nvPr>
        </p:nvGraphicFramePr>
        <p:xfrm>
          <a:off x="0" y="0"/>
          <a:ext cx="12191999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7F24A77-1235-11BB-653B-44C2AACD8E78}"/>
              </a:ext>
            </a:extLst>
          </p:cNvPr>
          <p:cNvSpPr/>
          <p:nvPr/>
        </p:nvSpPr>
        <p:spPr>
          <a:xfrm>
            <a:off x="1759973" y="599768"/>
            <a:ext cx="688259" cy="5643716"/>
          </a:xfrm>
          <a:prstGeom prst="rect">
            <a:avLst/>
          </a:prstGeom>
          <a:solidFill>
            <a:schemeClr val="bg2">
              <a:lumMod val="2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7BBA12-9BF0-BC03-E4DA-18C88462A1F1}"/>
              </a:ext>
            </a:extLst>
          </p:cNvPr>
          <p:cNvCxnSpPr/>
          <p:nvPr/>
        </p:nvCxnSpPr>
        <p:spPr>
          <a:xfrm flipV="1">
            <a:off x="1415845" y="599768"/>
            <a:ext cx="0" cy="56437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DB21C2-E402-CE6E-6BA5-094E04C98EA1}"/>
              </a:ext>
            </a:extLst>
          </p:cNvPr>
          <p:cNvCxnSpPr/>
          <p:nvPr/>
        </p:nvCxnSpPr>
        <p:spPr>
          <a:xfrm flipV="1">
            <a:off x="3180736" y="607141"/>
            <a:ext cx="0" cy="56437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6591FB-0C88-9BF5-3370-316FA5D5131C}"/>
              </a:ext>
            </a:extLst>
          </p:cNvPr>
          <p:cNvCxnSpPr/>
          <p:nvPr/>
        </p:nvCxnSpPr>
        <p:spPr>
          <a:xfrm flipV="1">
            <a:off x="5992761" y="599768"/>
            <a:ext cx="0" cy="56437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1BD045-27FC-061A-AF27-88F413872B59}"/>
              </a:ext>
            </a:extLst>
          </p:cNvPr>
          <p:cNvCxnSpPr/>
          <p:nvPr/>
        </p:nvCxnSpPr>
        <p:spPr>
          <a:xfrm flipV="1">
            <a:off x="10997381" y="599768"/>
            <a:ext cx="0" cy="56437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8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Peyton,N (pgr)</dc:creator>
  <cp:lastModifiedBy>Peyton,N (pgr)</cp:lastModifiedBy>
  <cp:revision>2</cp:revision>
  <dcterms:created xsi:type="dcterms:W3CDTF">2025-07-25T09:33:41Z</dcterms:created>
  <dcterms:modified xsi:type="dcterms:W3CDTF">2025-07-25T16:23:21Z</dcterms:modified>
</cp:coreProperties>
</file>