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E400"/>
    <a:srgbClr val="2F0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95CA-A29E-04F2-8BE2-DDAD13306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9C8CC-B653-4C6D-DD90-120B1EC39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1754-1946-FEA0-9F74-40F2AB12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6969-3407-AF26-5AD1-BD049DF6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47BE4-3AC9-D2A6-7A49-46642B7B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01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F29B-7A1A-A5BA-B7DD-B5C9CFBA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164A8-AFC6-12A7-257F-B9D6BC148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263FE-6A10-B9D4-7557-462448FF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40EA-0A16-B754-CECB-6A5FE371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DEF0-96D3-90A9-CC9E-B6E88767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97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3EE7-52BC-EC19-C49B-ECCEE0A5A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25170-AB61-ADBA-02D0-E6CA344C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DC6A7-D83B-8B7C-E1A1-EDD01ABC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72DF-C6D1-DD39-ACFE-B7DCF93B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78BE1-0DB5-895D-3F13-B30E67F5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32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2A1C-F8C3-9074-E454-598F97FA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817D-B119-A8A9-91E7-1514C42A9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146D5-CBE9-E1D4-C3F2-4D4D41AFF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1C1EC-165A-31AE-59FF-D540B6C7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AB9F8-0459-138A-2DCA-1B093C7F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5324-2B22-4E54-C4D5-011E3992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87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9ED7-BCC4-CBCE-D72F-1EF72CC7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DCC76-AA5D-1712-CD5C-B4F259DF9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44A26-EAF4-794C-B3C6-DFEFB0143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4BC16-6D92-2A96-98F9-280AD536D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DBE9E7-D581-8A42-FEB3-9999ADB2F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C1475-C2AC-FA7A-EC44-AD4465B8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85AA0-5B15-BADE-4671-71CA4F04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E84B2-F5E1-E2F5-AB31-FA03DB1F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08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7CA6-D698-63AF-89BF-25E94B8B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53A3-68C7-6EC9-482D-75E42928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29AAC-DE4F-E3A2-6C20-75E7B9D0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36DA3-ACF5-94DF-47A8-F93D09D5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86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99D78-95C2-3CC3-DF26-AB62CCBD7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D5B60-6971-ECA7-893F-7B317D27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1433D-C4C6-C8B1-6606-E6C78C3E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6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3CD4-3E39-F59E-67A7-73800EA9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CC3A-1A88-2740-E757-88A04F1C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D9B2B-E5CE-5B42-7829-F9B650539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4297E-CFAA-1DCA-6C37-FCE29B24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F3122-6827-ED48-9A70-A6E9B30F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4D4E-61A0-9F83-566F-7D8BD409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76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AA8D-DC2A-D43E-E8C2-30024FCB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0ED82-530B-B36E-D730-1C46F2845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C22E5-9694-18B8-68AE-71D449969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F0B6C-A32B-0654-E748-1867901D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8FFB-580F-A514-908E-D6940EB9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A1770-D973-5035-5FE7-734DBD5A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26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E73C-6E74-F90A-6815-CB336F6D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DE1AF-4E03-0838-A28A-EFF20C210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35345-7BDF-36FF-B618-1811B1E3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E2690-3CAE-2F09-431B-2C868C28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3E1B8-5F04-B0BA-96EB-028AFD02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98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55BDA-BF00-EB9A-3E20-492771546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0048F-54BB-B008-6B3B-608F2F807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75849-DAE1-BE61-1AB5-FD600D1A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8D72-793B-D516-274C-FF35042B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99D7D-9095-C437-1AB3-5850D94F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7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6CCE8-776F-A454-BA15-A2E8E0B0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38ADB-47E2-42DC-B47C-9DABFAA4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82CAD-E944-0715-4DE6-A411327FD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2AFE0-57E5-4665-AA80-1031087D1FB0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87F6D-42D1-75FC-048A-0B8997E1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8849E-BF3D-5565-5E6B-30132E222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4A84E-10AE-43B7-90C8-E7D22ECB4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text with red text&#10;&#10;AI-generated content may be incorrect.">
            <a:extLst>
              <a:ext uri="{FF2B5EF4-FFF2-40B4-BE49-F238E27FC236}">
                <a16:creationId xmlns:a16="http://schemas.microsoft.com/office/drawing/2014/main" id="{A212BA05-44C0-C15F-F4D8-AF85A05B1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89" t="14634" r="1752" b="81366"/>
          <a:stretch/>
        </p:blipFill>
        <p:spPr>
          <a:xfrm>
            <a:off x="286580" y="1812246"/>
            <a:ext cx="2790116" cy="281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2D0B1F-00EB-C308-0871-C6A0B3F75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28" y="3429000"/>
            <a:ext cx="2865368" cy="274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72C5BF-86F8-BB2D-DCB8-977C93992F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9" y="5193117"/>
            <a:ext cx="2970148" cy="253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C7E282-AD72-DA1D-8F69-CB8A1E54D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8" y="6454909"/>
            <a:ext cx="2819644" cy="259102"/>
          </a:xfrm>
          <a:prstGeom prst="rect">
            <a:avLst/>
          </a:prstGeom>
        </p:spPr>
      </p:pic>
      <p:pic>
        <p:nvPicPr>
          <p:cNvPr id="15" name="Picture 14" descr="A black text with numbers and red text&#10;&#10;AI-generated content may be incorrect.">
            <a:extLst>
              <a:ext uri="{FF2B5EF4-FFF2-40B4-BE49-F238E27FC236}">
                <a16:creationId xmlns:a16="http://schemas.microsoft.com/office/drawing/2014/main" id="{F3E92ACD-A394-6D73-B97F-086F37A9D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92" y="1333120"/>
            <a:ext cx="4785775" cy="1545014"/>
          </a:xfrm>
          <a:prstGeom prst="rect">
            <a:avLst/>
          </a:prstGeom>
        </p:spPr>
      </p:pic>
      <p:pic>
        <p:nvPicPr>
          <p:cNvPr id="17" name="Picture 1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1B5D3DD-6D86-531D-F062-FDA4340B77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92" y="4913619"/>
            <a:ext cx="4785775" cy="1066845"/>
          </a:xfrm>
          <a:prstGeom prst="rect">
            <a:avLst/>
          </a:prstGeom>
        </p:spPr>
      </p:pic>
      <p:pic>
        <p:nvPicPr>
          <p:cNvPr id="19" name="Picture 18" descr="A black text with a purple square&#10;&#10;AI-generated content may be incorrect.">
            <a:extLst>
              <a:ext uri="{FF2B5EF4-FFF2-40B4-BE49-F238E27FC236}">
                <a16:creationId xmlns:a16="http://schemas.microsoft.com/office/drawing/2014/main" id="{62880FEF-A1C4-7196-4E43-FB51597CA0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92" y="3238483"/>
            <a:ext cx="4785775" cy="929721"/>
          </a:xfrm>
          <a:prstGeom prst="rect">
            <a:avLst/>
          </a:prstGeom>
        </p:spPr>
      </p:pic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67AA69-DF54-6D43-EAD9-C4044D7B9E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429" y="1830009"/>
            <a:ext cx="2781541" cy="445046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E7BAA5B-339B-2E1F-C640-30C02E9FE364}"/>
              </a:ext>
            </a:extLst>
          </p:cNvPr>
          <p:cNvSpPr/>
          <p:nvPr/>
        </p:nvSpPr>
        <p:spPr>
          <a:xfrm>
            <a:off x="6256020" y="2263140"/>
            <a:ext cx="99441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AE6E9D-C597-C725-351A-FB1F0E7F4EE7}"/>
              </a:ext>
            </a:extLst>
          </p:cNvPr>
          <p:cNvSpPr/>
          <p:nvPr/>
        </p:nvSpPr>
        <p:spPr>
          <a:xfrm>
            <a:off x="7090410" y="3870960"/>
            <a:ext cx="800100" cy="175260"/>
          </a:xfrm>
          <a:prstGeom prst="rect">
            <a:avLst/>
          </a:prstGeom>
          <a:noFill/>
          <a:ln>
            <a:solidFill>
              <a:srgbClr val="2F00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4190A6-97C0-C97F-0001-E08E57AC2840}"/>
              </a:ext>
            </a:extLst>
          </p:cNvPr>
          <p:cNvSpPr/>
          <p:nvPr/>
        </p:nvSpPr>
        <p:spPr>
          <a:xfrm>
            <a:off x="5951220" y="5558790"/>
            <a:ext cx="640080" cy="156210"/>
          </a:xfrm>
          <a:prstGeom prst="rect">
            <a:avLst/>
          </a:prstGeom>
          <a:noFill/>
          <a:ln>
            <a:solidFill>
              <a:srgbClr val="18E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8F0239-FBC3-8AFA-BC8E-D06D2AD5A76C}"/>
              </a:ext>
            </a:extLst>
          </p:cNvPr>
          <p:cNvSpPr txBox="1"/>
          <p:nvPr/>
        </p:nvSpPr>
        <p:spPr>
          <a:xfrm>
            <a:off x="211328" y="668594"/>
            <a:ext cx="316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1524 Assessments</a:t>
            </a:r>
            <a:endParaRPr lang="en-GB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8B64F7-9D09-1C12-59E4-B0B50598ABE7}"/>
              </a:ext>
            </a:extLst>
          </p:cNvPr>
          <p:cNvSpPr txBox="1"/>
          <p:nvPr/>
        </p:nvSpPr>
        <p:spPr>
          <a:xfrm>
            <a:off x="4326741" y="668594"/>
            <a:ext cx="316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1543 Grants</a:t>
            </a:r>
            <a:endParaRPr lang="en-GB" sz="2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6E4CA9-7AA1-943E-2E3A-A12A78AC19CD}"/>
              </a:ext>
            </a:extLst>
          </p:cNvPr>
          <p:cNvSpPr txBox="1"/>
          <p:nvPr/>
        </p:nvSpPr>
        <p:spPr>
          <a:xfrm>
            <a:off x="8780634" y="668594"/>
            <a:ext cx="316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1544 Assessments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9068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Peyton,N (pgr)</dc:creator>
  <cp:lastModifiedBy>Peyton,N (pgr)</cp:lastModifiedBy>
  <cp:revision>2</cp:revision>
  <dcterms:created xsi:type="dcterms:W3CDTF">2025-05-22T15:47:35Z</dcterms:created>
  <dcterms:modified xsi:type="dcterms:W3CDTF">2025-05-22T16:43:41Z</dcterms:modified>
</cp:coreProperties>
</file>