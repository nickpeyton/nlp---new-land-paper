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C458-F172-9063-ABB8-22110888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9B58F-1CEA-8FFC-86F0-FEBD0869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4E3C-2919-48FD-8F94-DA9A97568391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4E6C3-386D-1F83-6961-9A5E7949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59E9D-4A19-2612-4D3E-8A62738A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CD13-E076-46DF-81B2-C82F2B935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41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8B703-3585-07A5-4FF0-7E483B9E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9381D-FDA5-6831-6238-3E6EF7C84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41E56-AD2D-DCCC-03E8-2481905C8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54E3C-2919-48FD-8F94-DA9A97568391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3F97B-44B2-D797-2391-A626AAFDD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4908-C6DA-EAC0-027A-F5F6BFC55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8CD13-E076-46DF-81B2-C82F2B935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83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96A17D3-A06E-F3C4-22FE-2ABD59CD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973E9E-80EA-218A-4FFC-E26FE0175D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87272D-9707-CF4C-CA4D-D3B1E0037A4F}"/>
              </a:ext>
            </a:extLst>
          </p:cNvPr>
          <p:cNvSpPr txBox="1"/>
          <p:nvPr/>
        </p:nvSpPr>
        <p:spPr>
          <a:xfrm>
            <a:off x="9625780" y="2585884"/>
            <a:ext cx="88490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Referee Process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65244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Peyton,N (pgr)</dc:creator>
  <cp:lastModifiedBy>Peyton,N (pgr)</cp:lastModifiedBy>
  <cp:revision>4</cp:revision>
  <dcterms:created xsi:type="dcterms:W3CDTF">2024-10-31T12:10:19Z</dcterms:created>
  <dcterms:modified xsi:type="dcterms:W3CDTF">2025-02-04T15:24:39Z</dcterms:modified>
</cp:coreProperties>
</file>