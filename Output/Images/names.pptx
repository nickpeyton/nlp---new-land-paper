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0D7A-2B73-391F-F46C-83F7F28B0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1519A-E674-C8AF-2915-46397119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25208-C847-B939-C5A2-B0CE4888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90599-906A-80BF-36E7-EFE5CD6C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47865-3487-8C0E-BD8D-C7574C13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06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FA52-5EB2-51C6-C3B6-3C2DF9D9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A8DD-2ACB-B70E-525D-1DCFD832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66A77-ACD8-3FF7-B8E0-C900D9C4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D0401-39DC-1D19-6A47-87C09F8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55327-1853-F759-69A6-D0BCB572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34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2B11-7421-9AD3-70E2-6A4AB3B87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734CD-66D8-8290-531E-C704362DF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54462-4839-8FBF-3816-EF4B015E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D3018-37D2-C0AC-A80E-F66F5110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76019-68BC-14E1-2B43-3F2EA67D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87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3BAB-4A4F-D6A9-529E-2947E10F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F5AA-A32B-DC4B-6421-DBD058BFF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45791-F943-1B7B-1B07-3E1DB8850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AB62A-4422-76D8-3BCC-602B49F5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B4A90-54A8-7B8D-258C-87B52D8F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09C5-D3EE-55D4-4223-C14ABF3F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27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5587-107A-EE98-7E46-AA81CE78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EEC7B-0F10-0C78-311E-DE4B212BF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59760-7C49-D45C-2D06-0517D972F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4E822-208F-4305-FD22-7373C97AA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C40D7-7167-101B-6DEA-E395ED876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93124C-60D3-A144-277A-6F3D81DB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D6A67-F6D8-71B4-5836-CB5885F6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BF0DA-097F-4833-645B-91FB1834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18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6CD7-F94A-F650-20B9-56C2DA096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BCA55-8AE6-5B7D-F254-3175AF7E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BA105-5D37-9695-3C2B-4CC40254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92B9A-7E4D-1339-61BA-FCE3A65A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17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E8576-DE78-7D02-C137-BF981553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A29380-A7DB-2B43-889B-72828A08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DADD6-8AFE-6972-95A3-D0DE7677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6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2D3F-DB0F-C88C-A1D2-54451080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C24E9-829A-A077-21D6-B7C3BED51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8CE2B-10AC-D194-B241-BCB6D793E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F656A-AFA3-59F2-5D4E-9AB577F7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8F7C9-CFFD-C68D-1940-2E1DC04D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61398-0D1E-CBB2-E67A-AE238F498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57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6674-4C19-2BC0-3FE7-23545510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AF40D-0CE1-4426-FD10-25530C56B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75E1C-8127-B17B-E37D-FB106BC06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66E43-1597-4DA8-779E-4CB084E0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4E71C-85C4-B086-DBB6-26C9BA81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98EBA-942B-1876-1384-51D24199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3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E0A6-35F8-B3FF-21FF-F3184DEC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1BA2B-C472-39BA-3F60-3C166E135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002FE-46E5-43BA-E274-F5E661C0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FF388-A047-F180-3A27-FD6F8EF4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B9289-4E82-5081-626C-F36D195C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940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9EAF7C-A4EF-DC5B-E4C6-2D98E5C15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480D1-0194-C411-6698-DD27FC24C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54203-747D-78A1-13AE-50D63241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E5872-E820-CE42-72E9-5226157B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CB5E4-2A60-FF95-A4FA-284C83C6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70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CD9A2-57A5-03A8-3147-AFFF9982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62CD9-65D3-2FCA-C9B1-ACC04F21A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B8912-0938-3B9D-815C-193894479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3A96C-5B04-4013-B493-7537907E9AD1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0BC7D-438B-7FC2-3035-2CA228BB5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4C075-ABBD-60FE-2DEF-7A11D4B8B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C1B8E-D325-4B00-91DF-A799961B4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38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9D24995-AC8E-87DD-23C1-A42A2847B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12" y="5393603"/>
            <a:ext cx="3374265" cy="143096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944C2C6-5E0E-9E36-6896-8BCC7D3C6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978" y="0"/>
            <a:ext cx="3826863" cy="682457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4430B0-1949-A770-9FA6-572CE1C28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61" y="0"/>
            <a:ext cx="3447918" cy="539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9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Peyton,N (pgr)</dc:creator>
  <cp:lastModifiedBy>Peyton,N (pgr)</cp:lastModifiedBy>
  <cp:revision>1</cp:revision>
  <dcterms:created xsi:type="dcterms:W3CDTF">2025-08-26T12:02:52Z</dcterms:created>
  <dcterms:modified xsi:type="dcterms:W3CDTF">2025-08-26T16:12:42Z</dcterms:modified>
</cp:coreProperties>
</file>